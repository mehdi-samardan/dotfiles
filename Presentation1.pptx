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58"/>
  </p:normalViewPr>
  <p:slideViewPr>
    <p:cSldViewPr snapToGrid="0">
      <p:cViewPr varScale="1">
        <p:scale>
          <a:sx n="120" d="100"/>
          <a:sy n="120" d="100"/>
        </p:scale>
        <p:origin x="5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DDD10-DC1A-C23F-0EEE-5E36D2570B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44536F-3C21-C4E5-3E2C-E9CD950211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44267-FDE2-137C-0F5A-DEF47406D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854DD-AC4A-984C-A1F8-5667EF178F01}" type="datetimeFigureOut">
              <a:rPr lang="nl-NL" smtClean="0"/>
              <a:t>14-01-2026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3B3C1-544D-528F-74BB-A350B251D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63E63-4F66-EB4D-74B8-8D7273C73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6F420-2EF0-6749-9DAF-029D7319CDF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40727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92A5D-32DE-E0FF-AB86-9629D372E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29AD9-ABD4-E3EA-5EAE-1476A08AD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2A7AB-8C7C-5F40-08D7-FCD0A9547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854DD-AC4A-984C-A1F8-5667EF178F01}" type="datetimeFigureOut">
              <a:rPr lang="nl-NL" smtClean="0"/>
              <a:t>14-01-2026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D8569-96F2-85C0-77C9-8406EEA5F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83C22-D47B-B7B6-4F98-4847FBC1A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6F420-2EF0-6749-9DAF-029D7319CDF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45039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4193A-29CE-B505-6FB0-C86BDF34C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214773-AB32-AA9A-7CA4-1671DE8E6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8BF2B-1133-5FC6-2C0C-F0FA2EA9F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854DD-AC4A-984C-A1F8-5667EF178F01}" type="datetimeFigureOut">
              <a:rPr lang="nl-NL" smtClean="0"/>
              <a:t>14-01-2026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F68FA-1EA9-0DFB-7CC8-61625F18E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A06E2-23CC-2C0E-B0F3-4EC68F305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6F420-2EF0-6749-9DAF-029D7319CDF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66673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C8C42-FDFB-FC8D-3A17-831F04512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704F4-5F7D-C3AA-DB36-066EDA3199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F15C91-41FD-46D6-C445-A7371FE00D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59669D-3667-7F6F-0BE0-7EE08B33E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854DD-AC4A-984C-A1F8-5667EF178F01}" type="datetimeFigureOut">
              <a:rPr lang="nl-NL" smtClean="0"/>
              <a:t>14-01-2026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BD3753-1BD9-9DEA-6DBE-F0AD60DF3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46517-E1E1-8F59-58C1-CE44695E6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6F420-2EF0-6749-9DAF-029D7319CDF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64502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F78D1-54F5-7570-24B5-D51E873D1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DF8AE-4FC2-C9F8-3814-A7B84A0E5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60D4DB-85A9-A348-DBD7-0AA023130B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59EC73-1041-C504-CBFC-0C38808FAE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1D6850-06D1-71D3-26C4-FACCDCF34A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B59665-452A-F20E-DE9C-C62447121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854DD-AC4A-984C-A1F8-5667EF178F01}" type="datetimeFigureOut">
              <a:rPr lang="nl-NL" smtClean="0"/>
              <a:t>14-01-2026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61A338-B36C-56DC-39B2-0FCC96A7C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69F32A-B7F9-2455-B5E2-3AFBF97F5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6F420-2EF0-6749-9DAF-029D7319CDF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36698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C9DDA-7138-4907-4B81-085A3212F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A32E1D-CB3F-D15E-28EF-6EBED9A54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854DD-AC4A-984C-A1F8-5667EF178F01}" type="datetimeFigureOut">
              <a:rPr lang="nl-NL" smtClean="0"/>
              <a:t>14-01-2026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D2FE72-59FC-20B2-5AF9-631D3A425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583607-1C66-07F8-E726-01FC1342F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6F420-2EF0-6749-9DAF-029D7319CDF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81118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294638-BDDB-B12F-D932-7BE835AC2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854DD-AC4A-984C-A1F8-5667EF178F01}" type="datetimeFigureOut">
              <a:rPr lang="nl-NL" smtClean="0"/>
              <a:t>14-01-2026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431FF-B268-F692-8D4B-F46B3739A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9605E-D0A4-618C-B527-4EC2267CA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6F420-2EF0-6749-9DAF-029D7319CDF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3253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2FA59-D757-8D82-0ED8-4CAE5FC48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4E9C9-248A-E9AA-F867-182285284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D4D65E-0903-EAA1-2F27-D6F01CA09E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CD3ECE-54A4-6C95-24F1-BE28BF88C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854DD-AC4A-984C-A1F8-5667EF178F01}" type="datetimeFigureOut">
              <a:rPr lang="nl-NL" smtClean="0"/>
              <a:t>14-01-2026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099E62-02F5-58A5-F302-E8B2FA9D2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5F975-99BB-EF22-63F6-F6ACD99EB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6F420-2EF0-6749-9DAF-029D7319CDF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83165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E3997-4F43-9E44-DD9A-1443F2D72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E48351-D790-FC8E-E6D9-E82C73F8F5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663826-EBD0-2E98-E118-5FE6A1C096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599EE0-EB21-7DB5-F3C6-D8BB9600A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854DD-AC4A-984C-A1F8-5667EF178F01}" type="datetimeFigureOut">
              <a:rPr lang="nl-NL" smtClean="0"/>
              <a:t>14-01-2026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F3C708-BD4B-4417-926D-48AF5C7FD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733637-FE49-2517-0CB3-7E8D83BCF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6F420-2EF0-6749-9DAF-029D7319CDF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95303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C2FD6-E59C-EFF1-761F-B4CBE8964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87E28C-B0EF-C2D9-5D4F-54E18AC449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AA5B-7763-1F55-DC7D-67A257B07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854DD-AC4A-984C-A1F8-5667EF178F01}" type="datetimeFigureOut">
              <a:rPr lang="nl-NL" smtClean="0"/>
              <a:t>14-01-2026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E413F-630E-2202-C25B-C04981E4C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3579F-5BF0-0AE5-5221-10CEE0CAE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6F420-2EF0-6749-9DAF-029D7319CDF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6166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83F452-880F-135E-5D9D-E877A1D0B5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43405F-B8B2-25C8-B595-5685AD9EDF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23484-432E-5B76-5567-64F8D1FEB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854DD-AC4A-984C-A1F8-5667EF178F01}" type="datetimeFigureOut">
              <a:rPr lang="nl-NL" smtClean="0"/>
              <a:t>14-01-2026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2D20D-E219-D8A3-093F-ED4D2CF30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C9995-FEB3-B65C-BFBC-76D41DBE7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6F420-2EF0-6749-9DAF-029D7319CDF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7897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5A13B6-C845-3B55-C510-8E10BB020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71858E-8BF6-97AD-C854-8AA8027A6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AA649-7CDE-4CB5-C60A-05327D149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4854DD-AC4A-984C-A1F8-5667EF178F01}" type="datetimeFigureOut">
              <a:rPr lang="nl-NL" smtClean="0"/>
              <a:t>14-01-2026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C043D-4E43-CFD1-D132-1311FFDC1E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C74A3-3A96-C13D-F174-860296ABC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E6F420-2EF0-6749-9DAF-029D7319CDF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35158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E83D-EBC0-E8F1-BD57-9CBDF42613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Mehdi Samardan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1579E6-E453-CD14-AD1B-EFACE71F16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3rd </a:t>
            </a:r>
          </a:p>
        </p:txBody>
      </p:sp>
    </p:spTree>
    <p:extLst>
      <p:ext uri="{BB962C8B-B14F-4D97-AF65-F5344CB8AC3E}">
        <p14:creationId xmlns:p14="http://schemas.microsoft.com/office/powerpoint/2010/main" val="3568640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19648-651B-65D9-534D-989CAE409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dasda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D0453-3A12-35DC-8B81-F3A0252F3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asdasa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8556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Mehdi Samardan</vt:lpstr>
      <vt:lpstr>dasda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Samardan, Mehdi</dc:creator>
  <cp:lastModifiedBy>Samardan, Mehdi</cp:lastModifiedBy>
  <cp:revision>3</cp:revision>
  <dcterms:created xsi:type="dcterms:W3CDTF">2026-01-14T12:51:35Z</dcterms:created>
  <dcterms:modified xsi:type="dcterms:W3CDTF">2026-01-14T13:02:37Z</dcterms:modified>
</cp:coreProperties>
</file>